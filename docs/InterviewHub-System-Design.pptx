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system works, top to bottom:
1. The browser runs a React 18 + Vite SPA. Every HTTP call goes through frontend/src/api.ts, which keeps the access token in localStorage and transparently retries once through /api/auth/refresh on a 401.
2. One gateway fronts everything — nginx in Docker Compose, an Ingress in kind. It serves the SPA and proxies /api/* to the six services. The /internal/* endpoints are deliberately NOT routed here, so they are reachable only from inside the network.
3. Six services, each owning one database with its own credentials. A service physically cannot join across another service's tables, so the boundary is enforced rather than agreed. To render another service's data you batch-fetch it over /internal/* — services/post/src/enrich.ts is the pattern.
4. Auth is verified locally. auth-service signs an RS256 JWT; every other service verifies it against the public key in its own config. No auth service round-trip per request.
5. Reads and consistency-critical writes go over REST. Registration is a saga-lite: auth creates credentials, calls user-service to create the profile, and rolls the credential row back if that fails. The comment counter is bumped over REST too — that's synchronous counter state, not an event.
6. Notifications go over Kafka. comment-service and user-service publish new_comment / new_reply / new_follower to interviewhub.notifications; notification-service consumes them. Publishing is fail-open so a dead broker can't break a user action, delivery is at-least-once with a DLQ, and events are keyed by recipient for per-recipient ordering.
7. The Following feed is fan-out-on-read: post-service asks user-service for your followee ids and queries author_id IN (...). At real scale you'd flip to fan-out-on-write with a precomputed timeline.
8. One x-request-id is minted at the gateway and carried through every hop via AsyncLocalStorage, so a single user action is greppable across all six services in pino logs, Prometheus metrics and Jaeger traces.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InterviewHub —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Express 5 + Prisma services · one database each · REST for reads, Kafka for events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41648" y="1024128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1B2B47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41648" y="10241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pPr algn="ctr" indent="0" marL="0">
              <a:buNone/>
            </a:pPr>
            <a:r>
              <a:rPr lang="en-US" sz="1050" dirty="0">
                <a:solidFill>
                  <a:srgbClr val="8C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React 18 + Vite SPA · all HTTP through api.ts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096305" y="1408176"/>
            <a:ext cx="0" cy="201168"/>
          </a:xfrm>
          <a:prstGeom prst="line">
            <a:avLst/>
          </a:prstGeom>
          <a:noFill/>
          <a:ln w="15875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199632" y="1399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· /api/*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11277295" cy="402336"/>
          </a:xfrm>
          <a:prstGeom prst="roundRect">
            <a:avLst>
              <a:gd name="adj" fmla="val 18182"/>
            </a:avLst>
          </a:prstGeom>
          <a:solidFill>
            <a:srgbClr val="13304A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9344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pPr algn="ctr" indent="0" marL="0">
              <a:buNone/>
            </a:pPr>
            <a:r>
              <a:rPr lang="en-US" sz="10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nginx (compose) / Ingress (kind) — serves the SPA, proxies /api/* to the six services.  </a:t>
            </a:r>
            <a:pPr algn="ctr" indent="0" marL="0">
              <a:buNone/>
            </a:pPr>
            <a:r>
              <a:rPr lang="en-US" sz="1050" i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/internal/* is deliberately not routed here.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312621" y="2011680"/>
            <a:ext cx="0" cy="219456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2231136"/>
            <a:ext cx="1710842" cy="1225296"/>
          </a:xfrm>
          <a:prstGeom prst="roundRect">
            <a:avLst>
              <a:gd name="adj" fmla="val 5224"/>
            </a:avLst>
          </a:prstGeom>
          <a:solidFill>
            <a:srgbClr val="1B2B47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2313432"/>
            <a:ext cx="1207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01114" y="2313432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:4001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7784" y="2560320"/>
            <a:ext cx="15096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Credentials, RS256 JWT issuance,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57784" y="3127248"/>
            <a:ext cx="1509674" cy="246888"/>
          </a:xfrm>
          <a:prstGeom prst="roundRect">
            <a:avLst>
              <a:gd name="adj" fmla="val 44444"/>
            </a:avLst>
          </a:prstGeom>
          <a:solidFill>
            <a:srgbClr val="0E1626"/>
          </a:solidFill>
          <a:ln w="9525">
            <a:solidFill>
              <a:srgbClr val="2E44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3127248"/>
            <a:ext cx="15096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auth_db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26826" y="2011680"/>
            <a:ext cx="0" cy="219456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71405" y="2231136"/>
            <a:ext cx="1710842" cy="1225296"/>
          </a:xfrm>
          <a:prstGeom prst="roundRect">
            <a:avLst>
              <a:gd name="adj" fmla="val 5224"/>
            </a:avLst>
          </a:prstGeom>
          <a:solidFill>
            <a:srgbClr val="1B2B47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71989" y="2313432"/>
            <a:ext cx="1207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15319" y="2313432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:4002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71989" y="2560320"/>
            <a:ext cx="15096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+ the follow graph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module, not its own service)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71989" y="3127248"/>
            <a:ext cx="1509674" cy="246888"/>
          </a:xfrm>
          <a:prstGeom prst="roundRect">
            <a:avLst>
              <a:gd name="adj" fmla="val 44444"/>
            </a:avLst>
          </a:prstGeom>
          <a:solidFill>
            <a:srgbClr val="0E1626"/>
          </a:solidFill>
          <a:ln w="9525">
            <a:solidFill>
              <a:srgbClr val="2E44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71989" y="3127248"/>
            <a:ext cx="15096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user_db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41031" y="2011680"/>
            <a:ext cx="0" cy="219456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285610" y="2231136"/>
            <a:ext cx="1710842" cy="1225296"/>
          </a:xfrm>
          <a:prstGeom prst="roundRect">
            <a:avLst>
              <a:gd name="adj" fmla="val 5224"/>
            </a:avLst>
          </a:prstGeom>
          <a:solidFill>
            <a:srgbClr val="1B2B47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6194" y="2313432"/>
            <a:ext cx="1207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29524" y="2313432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:4003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86194" y="2560320"/>
            <a:ext cx="15096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tags, upvotes,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+ Explore feeds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86194" y="3127248"/>
            <a:ext cx="1509674" cy="246888"/>
          </a:xfrm>
          <a:prstGeom prst="roundRect">
            <a:avLst>
              <a:gd name="adj" fmla="val 44444"/>
            </a:avLst>
          </a:prstGeom>
          <a:solidFill>
            <a:srgbClr val="0E1626"/>
          </a:solidFill>
          <a:ln w="9525">
            <a:solidFill>
              <a:srgbClr val="2E44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6194" y="3127248"/>
            <a:ext cx="15096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post_db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55236" y="2011680"/>
            <a:ext cx="0" cy="219456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199815" y="2231136"/>
            <a:ext cx="1710842" cy="1225296"/>
          </a:xfrm>
          <a:prstGeom prst="roundRect">
            <a:avLst>
              <a:gd name="adj" fmla="val 5224"/>
            </a:avLst>
          </a:prstGeom>
          <a:solidFill>
            <a:srgbClr val="1B2B47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399" y="2313432"/>
            <a:ext cx="1207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43729" y="2313432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:4004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0399" y="2560320"/>
            <a:ext cx="15096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Uploads/downloads, 10 MB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MIME enforcement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00399" y="3127248"/>
            <a:ext cx="1509674" cy="246888"/>
          </a:xfrm>
          <a:prstGeom prst="roundRect">
            <a:avLst>
              <a:gd name="adj" fmla="val 44444"/>
            </a:avLst>
          </a:prstGeom>
          <a:solidFill>
            <a:srgbClr val="0E1626"/>
          </a:solidFill>
          <a:ln w="9525">
            <a:solidFill>
              <a:srgbClr val="2E44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0399" y="3127248"/>
            <a:ext cx="15096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file_db  +  MinIO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969441" y="2011680"/>
            <a:ext cx="0" cy="219456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114020" y="2231136"/>
            <a:ext cx="1710842" cy="1225296"/>
          </a:xfrm>
          <a:prstGeom prst="roundRect">
            <a:avLst>
              <a:gd name="adj" fmla="val 5224"/>
            </a:avLst>
          </a:prstGeom>
          <a:solidFill>
            <a:srgbClr val="1B2B47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14604" y="2313432"/>
            <a:ext cx="1207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57934" y="2313432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:4005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14604" y="2560320"/>
            <a:ext cx="15096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replies,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upvotes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214604" y="3127248"/>
            <a:ext cx="1509674" cy="246888"/>
          </a:xfrm>
          <a:prstGeom prst="roundRect">
            <a:avLst>
              <a:gd name="adj" fmla="val 44444"/>
            </a:avLst>
          </a:prstGeom>
          <a:solidFill>
            <a:srgbClr val="0E1626"/>
          </a:solidFill>
          <a:ln w="9525">
            <a:solidFill>
              <a:srgbClr val="2E44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14604" y="3127248"/>
            <a:ext cx="15096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comment_db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0883646" y="2011680"/>
            <a:ext cx="0" cy="219456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028225" y="2231136"/>
            <a:ext cx="1710842" cy="1225296"/>
          </a:xfrm>
          <a:prstGeom prst="roundRect">
            <a:avLst>
              <a:gd name="adj" fmla="val 5224"/>
            </a:avLst>
          </a:prstGeom>
          <a:solidFill>
            <a:srgbClr val="1B2B47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28809" y="2313432"/>
            <a:ext cx="1207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172139" y="2313432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:4006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128809" y="2560320"/>
            <a:ext cx="15096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0128809" y="3127248"/>
            <a:ext cx="1509674" cy="246888"/>
          </a:xfrm>
          <a:prstGeom prst="roundRect">
            <a:avLst>
              <a:gd name="adj" fmla="val 44444"/>
            </a:avLst>
          </a:prstGeom>
          <a:solidFill>
            <a:srgbClr val="0E1626"/>
          </a:solidFill>
          <a:ln w="9525">
            <a:solidFill>
              <a:srgbClr val="2E446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28809" y="3127248"/>
            <a:ext cx="15096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notification_db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3566160"/>
            <a:ext cx="6400800" cy="1645920"/>
          </a:xfrm>
          <a:prstGeom prst="roundRect">
            <a:avLst>
              <a:gd name="adj" fmla="val 3333"/>
            </a:avLst>
          </a:prstGeom>
          <a:solidFill>
            <a:srgbClr val="16223A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" y="3666744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— service-to-service REST over /internal/*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1792" y="3858768"/>
            <a:ext cx="607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Shared-secret header. A peer's 500 is mapped to a 502, so it never leaks as your own error.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21792" y="40965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→ user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975104" y="4096512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profile on register — rolls the credential row back if it fails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21792" y="431139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→ user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975104" y="4311396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followee ids for the Following feed, then author profiles in one batch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21792" y="45262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→ file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975104" y="4526280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attachment exists before the post is created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21792" y="47411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→ post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975104" y="4741164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exists / author id, then bumps the denormalized comment counter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21792" y="495604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→ user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975104" y="495604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profiles to render "X followed you"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068312" y="3566160"/>
            <a:ext cx="4663440" cy="1645920"/>
          </a:xfrm>
          <a:prstGeom prst="roundRect">
            <a:avLst>
              <a:gd name="adj" fmla="val 3333"/>
            </a:avLst>
          </a:prstGeom>
          <a:solidFill>
            <a:srgbClr val="16223A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32904" y="3666744"/>
            <a:ext cx="4334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— Kafka topic interviewhub.notifications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232904" y="3986784"/>
            <a:ext cx="1273759" cy="512064"/>
          </a:xfrm>
          <a:prstGeom prst="roundRect">
            <a:avLst>
              <a:gd name="adj" fmla="val 14286"/>
            </a:avLst>
          </a:prstGeom>
          <a:solidFill>
            <a:srgbClr val="1B2B47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32904" y="4050792"/>
            <a:ext cx="1273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· user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232904" y="4242816"/>
            <a:ext cx="1273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8762695" y="3986784"/>
            <a:ext cx="1273759" cy="512064"/>
          </a:xfrm>
          <a:prstGeom prst="roundRect">
            <a:avLst>
              <a:gd name="adj" fmla="val 14286"/>
            </a:avLst>
          </a:prstGeom>
          <a:solidFill>
            <a:srgbClr val="1B2B47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762695" y="4050792"/>
            <a:ext cx="1273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 ( + .dlq )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762695" y="4242816"/>
            <a:ext cx="1273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 broker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0292486" y="3986784"/>
            <a:ext cx="1273759" cy="512064"/>
          </a:xfrm>
          <a:prstGeom prst="roundRect">
            <a:avLst>
              <a:gd name="adj" fmla="val 14286"/>
            </a:avLst>
          </a:prstGeom>
          <a:solidFill>
            <a:srgbClr val="1B2B47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292486" y="4050792"/>
            <a:ext cx="1273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0292486" y="4242816"/>
            <a:ext cx="1273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8543239" y="4242816"/>
            <a:ext cx="182880" cy="0"/>
          </a:xfrm>
          <a:prstGeom prst="line">
            <a:avLst/>
          </a:prstGeom>
          <a:noFill/>
          <a:ln w="15875">
            <a:solidFill>
              <a:srgbClr val="F5B841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10073030" y="4242816"/>
            <a:ext cx="182880" cy="0"/>
          </a:xfrm>
          <a:prstGeom prst="line">
            <a:avLst/>
          </a:prstGeom>
          <a:noFill/>
          <a:ln w="15875">
            <a:solidFill>
              <a:srgbClr val="F5B841"/>
            </a:solidFill>
            <a:prstDash val="solid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7232904" y="4590288"/>
            <a:ext cx="4334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publish() never throws — a dead broker cannot break a user action. At-least-once with a DLQ for unparseable messages, keyed by recipient. Comment-count bumps stay REST: that is counter state, not an event.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57200" y="5340096"/>
            <a:ext cx="3584448" cy="749808"/>
          </a:xfrm>
          <a:prstGeom prst="roundRect">
            <a:avLst>
              <a:gd name="adj" fmla="val 7317"/>
            </a:avLst>
          </a:prstGeom>
          <a:solidFill>
            <a:srgbClr val="1B2B47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3504" y="5481828"/>
            <a:ext cx="100584" cy="100584"/>
          </a:xfrm>
          <a:prstGeom prst="ellipse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86384" y="54223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round-trip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786384" y="56235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auth-service signs with an RS256 private key; every other service verifies locally against the public key in its config.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303624" y="5340096"/>
            <a:ext cx="3584448" cy="749808"/>
          </a:xfrm>
          <a:prstGeom prst="roundRect">
            <a:avLst>
              <a:gd name="adj" fmla="val 7317"/>
            </a:avLst>
          </a:prstGeom>
          <a:solidFill>
            <a:srgbClr val="1B2B47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449928" y="5481828"/>
            <a:ext cx="100584" cy="100584"/>
          </a:xfrm>
          <a:prstGeom prst="ellipse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32808" y="54223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Fan-out-on-read feeds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4632808" y="56235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post-service fetches your followee ids from user-service, then queries author_id IN (...). Fan-out-on-write is the scale answer.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150047" y="5340096"/>
            <a:ext cx="3584448" cy="749808"/>
          </a:xfrm>
          <a:prstGeom prst="roundRect">
            <a:avLst>
              <a:gd name="adj" fmla="val 7317"/>
            </a:avLst>
          </a:prstGeom>
          <a:solidFill>
            <a:srgbClr val="1B2B47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96351" y="5481828"/>
            <a:ext cx="100584" cy="100584"/>
          </a:xfrm>
          <a:prstGeom prst="ellipse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479231" y="54223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id, six services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8479231" y="56235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6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x-request-id rides every hop via AsyncLocalStorage — pino logs, Prometheus metrics and Jaeger traces all line up.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457200" y="6199632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Postgres, one database and one credential per service — cross-service joins are impossible by construction.   ·   Dev: Docker Compose on :8080.   ·   Prod-shaped: kind + Ingress, 2 replicas, HPA 2→5, /livez + /healthz probes, prisma migrate deploy at boot.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InterviewHub — System Architecture</dc:title>
  <dc:subject>PptxGenJS Presentation</dc:subject>
  <dc:creator>PptxGenJS</dc:creator>
  <cp:lastModifiedBy>PptxGenJS</cp:lastModifiedBy>
  <cp:revision>1</cp:revision>
  <dcterms:created xsi:type="dcterms:W3CDTF">2026-08-23T04:28:57Z</dcterms:created>
  <dcterms:modified xsi:type="dcterms:W3CDTF">2026-08-23T04:28:57Z</dcterms:modified>
</cp:coreProperties>
</file>